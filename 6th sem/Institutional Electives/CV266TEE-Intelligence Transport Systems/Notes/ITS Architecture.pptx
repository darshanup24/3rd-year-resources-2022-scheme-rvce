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3" r:id="rId6"/>
    <p:sldId id="264" r:id="rId7"/>
    <p:sldId id="262" r:id="rId8"/>
    <p:sldId id="260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8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82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50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07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4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1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73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82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1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76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87C05-FC19-4F65-96DD-6C1203FE96F4}" type="datetimeFigureOut">
              <a:rPr lang="en-IN" smtClean="0"/>
              <a:t>27-05-2022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A9A60-DC1B-4502-8451-09374F8AF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22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elligent Transportation System (ITS) – East-West Gateway Council of  Governments (EWGCOG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7230"/>
            <a:ext cx="11859904" cy="591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38484" y="382137"/>
            <a:ext cx="582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smtClean="0"/>
              <a:t>ITS Architecture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43201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gure 1 from Hierarchical architecture for 5G based software-defined intelligent  transportation system | Semantic Scholar"/>
          <p:cNvSpPr>
            <a:spLocks noChangeAspect="1" noChangeArrowheads="1"/>
          </p:cNvSpPr>
          <p:nvPr/>
        </p:nvSpPr>
        <p:spPr bwMode="auto">
          <a:xfrm>
            <a:off x="2462047" y="2148361"/>
            <a:ext cx="9002072" cy="900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24059" r="3230" b="26569"/>
          <a:stretch/>
        </p:blipFill>
        <p:spPr>
          <a:xfrm>
            <a:off x="191069" y="204716"/>
            <a:ext cx="11450471" cy="59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6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97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ITS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1310185"/>
            <a:ext cx="11864454" cy="515885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regional ITS architecture shall be developed to guide the development of ITS projects and programs and be consistent with ITS strategies and projects contained in applicable transportation plans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ITS Architecture shall be used as a resource in the development of the regional ITS architecture. The regional ITS architecture shall be on a scale commensurate with the scope of ITS investment in the region.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made to include participation from the following agencies, as appropriate, in the development of the regional ITS architecture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Highway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agencies;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agencies (e.g., police, fire, emergency/medical);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 agencies;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carrier agencies;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agencies necessary to fully address regional ITS integration.</a:t>
            </a:r>
          </a:p>
          <a:p>
            <a:pPr>
              <a:lnSpc>
                <a:spcPct val="10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4039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98018"/>
            <a:ext cx="1219199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regional ITS architecture shall include, at a minimum, the following: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of the region;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participating agencies and other stakeholders;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operational concept that identifies the roles and responsibilities of participating agencies and stakeholders in the operation and implementation of the systems included in the regional ITS architecture;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agreements (existing or new) required for operations, including at a minimum those affecting ITS project interoperability, utilization of ITS related standards, and the operation of the projects identified in the regional ITS architecture;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 requirements;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 requirements and information exchanges with planned and existing systems and subsystems (for example, subsystems and architecture flows as defined in the National ITS Architecture);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ITS standards supporting regional and national interoperability; and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of projects required for implementation.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58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78962"/>
            <a:ext cx="12191999" cy="64790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ITS Architecture provides a common framework for planning, defining, and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intelligent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 The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should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common and of specified standards throughout the state or region so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it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address solution to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while interacting with various agencies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- The ITS architecture should be such that the information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collected, function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or any equipment installed be interoperable by various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agencies in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state and regions.</a:t>
            </a:r>
          </a:p>
          <a:p>
            <a:pPr>
              <a:lnSpc>
                <a:spcPct val="170000"/>
              </a:lnSpc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sharing and exchanging information - The information by traffic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may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useful to the emergency services.</a:t>
            </a:r>
          </a:p>
          <a:p>
            <a:pPr>
              <a:lnSpc>
                <a:spcPct val="170000"/>
              </a:lnSpc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- regional communication towers constructed by various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agencies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required to be shared by ITS operations.</a:t>
            </a:r>
          </a:p>
        </p:txBody>
      </p:sp>
    </p:spTree>
    <p:extLst>
      <p:ext uri="{BB962C8B-B14F-4D97-AF65-F5344CB8AC3E}">
        <p14:creationId xmlns:p14="http://schemas.microsoft.com/office/powerpoint/2010/main" val="274341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021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User services and their requirements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707874"/>
            <a:ext cx="12192000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Control provides the capability to efficiently manage the movement of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streets and highways. Four functions are provided which are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Flow Optimization,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Surveillance,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Control, and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Information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8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telligent Transportation System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0" b="10583"/>
          <a:stretch/>
        </p:blipFill>
        <p:spPr bwMode="auto">
          <a:xfrm>
            <a:off x="464025" y="2019870"/>
            <a:ext cx="11163868" cy="483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591" y="274682"/>
            <a:ext cx="11982735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accomplish user service requirements many functions or processes are needed.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defines a set of functions (or processes) and information flows (or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respond to the user service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72123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2" y="256369"/>
            <a:ext cx="12023678" cy="660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8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pter 3 - Telecommunications Handbook for Transportation Professiona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12" y="1023582"/>
            <a:ext cx="11959988" cy="571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60310" y="382137"/>
            <a:ext cx="7260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Package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43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lligent Transportation System - an overview | ScienceDirect Top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2513"/>
            <a:ext cx="12192000" cy="602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42263" y="136478"/>
            <a:ext cx="3507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Packages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69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469"/>
            <a:ext cx="12192000" cy="596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5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501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Regional ITS Architecture</vt:lpstr>
      <vt:lpstr>PowerPoint Presentation</vt:lpstr>
      <vt:lpstr>PowerPoint Presentation</vt:lpstr>
      <vt:lpstr>User services and their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Sunil S</dc:creator>
  <cp:lastModifiedBy>Sunil S</cp:lastModifiedBy>
  <cp:revision>15</cp:revision>
  <dcterms:created xsi:type="dcterms:W3CDTF">2020-10-15T06:56:31Z</dcterms:created>
  <dcterms:modified xsi:type="dcterms:W3CDTF">2022-05-27T11:44:51Z</dcterms:modified>
</cp:coreProperties>
</file>